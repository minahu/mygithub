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🚀 提示词工程五大技巧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让 AI 更好地理解你、回答你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面向初学者  ·  讲解 + 练习  ·  即学即用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303520"/>
            <a:ext cx="1645920" cy="6400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349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清晰指令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5303520"/>
            <a:ext cx="1645920" cy="6400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5349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参考文本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5303520"/>
            <a:ext cx="1645920" cy="6400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5349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任务拆分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5303520"/>
            <a:ext cx="1645920" cy="6400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5349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逐步思考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5303520"/>
            <a:ext cx="1645920" cy="6400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5349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A70D6"/>
                </a:solidFill>
                <a:latin typeface="Microsoft YaHei"/>
              </a:defRPr>
            </a:pPr>
            <a:r>
              <a:t>测试迭代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📋 今天的内容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05840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91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写清晰的指令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让模型准确理解你想要什么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1005840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提供参考文本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给模型可靠的知识来源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66160"/>
            <a:ext cx="1005840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将复杂任务拆分为子任务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降低出错率，逐步解决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26280"/>
            <a:ext cx="1005840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0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给模型时间思考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Chain-of-Thought 让推理更准确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86400"/>
            <a:ext cx="10058400" cy="82296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A70D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系统化测试与迭代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持续优化你的提示词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✏️  技巧 1：写清晰的指令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💡 为什么重要？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模型无法读心，含糊的提示会得到含糊的回答。越具体、越清晰，结果越好。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📌 实用要点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在提示中包含细节，说明你想要的输出格式、长度、风格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用角色扮演指定模型的身份（如「你是一位资深Python工程师」）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用分隔符（如三引号、XML标签）明确区分输入内容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指定完成任务所需的步骤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提供示例（Few-shot），让模型模仿你期望的输出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3D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  <a:latin typeface="Microsoft YaHei"/>
              </a:defRPr>
            </a:pPr>
            <a:r>
              <a:t>❌ 不够好的提示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帮我写个邮件。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F3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✅ 优化后的提示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你是一位专业的商务助理。请帮我写一封正式的英文邮件，</a:t>
            </a:r>
            <a:br/>
            <a:r>
              <a:t>目的：向客户道歉因发货延迟。</a:t>
            </a:r>
            <a:br/>
            <a:r>
              <a:t>语气：礼貌、诚恳。</a:t>
            </a:r>
            <a:br/>
            <a:r>
              <a:t>长度：150词以内。</a:t>
            </a:r>
            <a:br/>
            <a:r>
              <a:t>结尾需要包含后续补救方案。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🎯  练习：写清晰的指令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📝 动手练习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请改写以下模糊提示，使其更加清晰：</a:t>
            </a:r>
            <a:br/>
            <a:br/>
            <a:r>
              <a:t>原始提示：「帮我总结一下这篇文章」</a:t>
            </a:r>
            <a:br/>
            <a:br/>
            <a:r>
              <a:t>要求：加入角色、输出格式、长度限制、语气要求。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⏱️ 练习时间：3-5 分钟  |  完成后与同伴交流对比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Microsoft YaHei"/>
              </a:defRPr>
            </a:pPr>
            <a:r>
              <a:t>📚  技巧 2：提供参考文本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💡 为什么重要？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模型可能会「编造」看似合理但不正确的答案。提供参考文本可以让模型基于可靠信息回答，减少幻觉。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📌 实用要点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将参考资料直接粘贴到提示中，要求模型基于此回答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使用引用标注，让模型在回答中注明引用来源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适用于FAQ、文档问答、知识库查询等场景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参考文本过长时，可先做摘要再输入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3D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  <a:latin typeface="Microsoft YaHei"/>
              </a:defRPr>
            </a:pPr>
            <a:r>
              <a:t>❌ 不够好的提示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量子计算的原理是什么？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F3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✅ 优化后的提示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请根据以下参考文本回答问题。如果文本中没有相关信息，</a:t>
            </a:r>
            <a:br/>
            <a:r>
              <a:t>请回答「根据提供的资料无法回答」。</a:t>
            </a:r>
            <a:br/>
            <a:br/>
            <a:r>
              <a:t>参考文本：</a:t>
            </a:r>
            <a:br/>
            <a:r>
              <a:t>"""</a:t>
            </a:r>
            <a:br/>
            <a:r>
              <a:t>量子计算利用量子比特（qubit）的叠加态和纠缠态进行计算。</a:t>
            </a:r>
            <a:br/>
            <a:r>
              <a:t>与经典比特只能是0或1不同，量子比特可以同时处于0和1的</a:t>
            </a:r>
            <a:br/>
            <a:r>
              <a:t>叠加态，这使得量子计算机在某些问题上具有指数级加速优势。</a:t>
            </a:r>
            <a:br/>
            <a:r>
              <a:t>"""</a:t>
            </a:r>
            <a:br/>
            <a:br/>
            <a:r>
              <a:t>问题：量子比特与经典比特有什么区别？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Microsoft YaHei"/>
              </a:defRPr>
            </a:pPr>
            <a:r>
              <a:t>🎯  练习：提供参考文本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📝 动手练习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你有一段产品说明书（自选），请写一个提示词：</a:t>
            </a:r>
            <a:br/>
            <a:r>
              <a:t>1. 把说明书作为参考文本嵌入</a:t>
            </a:r>
            <a:br/>
            <a:r>
              <a:t>2. 让模型只根据说明书内容回答用户问题</a:t>
            </a:r>
            <a:br/>
            <a:r>
              <a:t>3. 如果说明书里没有，要求模型说明「资料中未提及」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⏱️ 练习时间：3-5 分钟  |  完成后与同伴交流对比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Microsoft YaHei"/>
              </a:defRPr>
            </a:pPr>
            <a:r>
              <a:t>🧩  技巧 3：将复杂任务拆分为子任务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💡 为什么重要？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复杂任务一次性完成容易出错。把大任务拆成小步骤，每步都更可控、更准确。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📌 实用要点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先分类，再处理：根据问题类型选择不同的处理方式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长对话中定期总结前文，避免模型遗忘上下文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分步输出：先让模型生成大纲，再逐段展开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用管道式处理：上一步的输出作为下一步的输入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3D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  <a:latin typeface="Microsoft YaHei"/>
              </a:defRPr>
            </a:pPr>
            <a:r>
              <a:t>❌ 不够好的提示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帮我写一篇关于人工智能的3000字论文。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F3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✅ 优化后的提示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我需要写一篇关于「人工智能在医疗领域的应用」的论文。</a:t>
            </a:r>
            <a:br/>
            <a:r>
              <a:t>请分步帮我完成：</a:t>
            </a:r>
            <a:br/>
            <a:br/>
            <a:r>
              <a:t>第一步：先生成一个论文大纲（包含5个章节）</a:t>
            </a:r>
            <a:br/>
            <a:r>
              <a:t>第二步：（等我确认大纲后）展开第一章的详细内容</a:t>
            </a:r>
            <a:br/>
            <a:br/>
            <a:r>
              <a:t>现在请先完成第一步，生成大纲。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Microsoft YaHei"/>
              </a:defRPr>
            </a:pPr>
            <a:r>
              <a:t>🎯  练习：将复杂任务拆分为子任务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📝 动手练习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你需要让 AI 帮你制作一份旅行攻略。</a:t>
            </a:r>
            <a:br/>
            <a:r>
              <a:t>请把这个大任务拆分为 3-4 个子任务，</a:t>
            </a:r>
            <a:br/>
            <a:r>
              <a:t>并为第一个子任务写出完整的提示词。</a:t>
            </a:r>
            <a:br/>
            <a:br/>
            <a:r>
              <a:t>示例拆分方向：目的地调研 → 行程规划 → 预算估算 → 注意事项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⏱️ 练习时间：3-5 分钟  |  完成后与同伴交流对比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8C00"/>
                </a:solidFill>
                <a:latin typeface="Microsoft YaHei"/>
              </a:defRPr>
            </a:pPr>
            <a:r>
              <a:t>🧠  技巧 4：给模型时间思考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💡 为什么重要？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就像人做数学题需要演算过程，模型在回答前先「想一想」，准确率会显著提升。这就是 Chain-of-Thought（思维链）技术。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📌 实用要点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基础：在提示中加一句「请先一步步分析，再给出最终答案」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引导：列出具体的推理步骤让模型逐步执行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结构化：用编号步骤+最终结论的格式要求输出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内心独白：让模型先在隐藏区域推理，再展示最终答案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追问法：先让模型回答，再问「你有没有遗漏什么？」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3D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  <a:latin typeface="Microsoft YaHei"/>
              </a:defRPr>
            </a:pPr>
            <a:r>
              <a:t>❌ 不够好的提示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17 × 28 + 33 = 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F3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✅ 优化后的提示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请计算 17 × 28 + 33 = ？</a:t>
            </a:r>
            <a:br/>
            <a:br/>
            <a:r>
              <a:t>要求：</a:t>
            </a:r>
            <a:br/>
            <a:r>
              <a:t>1. 先列出计算步骤</a:t>
            </a:r>
            <a:br/>
            <a:r>
              <a:t>2. 每步写出中间结果</a:t>
            </a:r>
            <a:br/>
            <a:r>
              <a:t>3. 最后给出最终答案</a:t>
            </a:r>
            <a:br/>
            <a:br/>
            <a:r>
              <a:t>格式：</a:t>
            </a:r>
            <a:br/>
            <a:r>
              <a:t>步骤1：...</a:t>
            </a:r>
            <a:br/>
            <a:r>
              <a:t>步骤2：...</a:t>
            </a:r>
            <a:br/>
            <a:r>
              <a:t>最终答案：...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8C00"/>
                </a:solidFill>
                <a:latin typeface="Microsoft YaHei"/>
              </a:defRPr>
            </a:pPr>
            <a:r>
              <a:t>🎯  练习：给模型时间思考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📝 动手练习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以下是一道逻辑推理题，请用「引导式思维链」写一个提示词：</a:t>
            </a:r>
            <a:br/>
            <a:br/>
            <a:r>
              <a:t>题目：小明比小红高，小红比小刚高，小刚比小李矮。</a:t>
            </a:r>
            <a:br/>
            <a:r>
              <a:t>谁最高？谁最矮？</a:t>
            </a:r>
            <a:br/>
            <a:br/>
            <a:r>
              <a:t>要求：在提示词中明确列出推理步骤（至少3步），</a:t>
            </a:r>
            <a:br/>
            <a:r>
              <a:t>而不是只说「请一步步思考」。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⏱️ 练习时间：3-5 分钟  |  完成后与同伴交流对比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A70D6"/>
                </a:solidFill>
                <a:latin typeface="Microsoft YaHei"/>
              </a:defRPr>
            </a:pPr>
            <a:r>
              <a:t>🔬  技巧 5：系统化测试与迭代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💡 为什么重要？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好的提示词不是一次写好的。通过系统化的测试和对比，持续优化提示词效果。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📌 实用要点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准备一组测试用例（黄金标准答案），用来评估提示词效果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每次只改一个变量，对比前后效果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用自动化评估：让另一个模型来判断输出质量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记录每次修改和结果，形成提示词优化日志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关注边界情况和异常输入的处理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3D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66"/>
                </a:solidFill>
                <a:latin typeface="Microsoft YaHei"/>
              </a:defRPr>
            </a:pPr>
            <a:r>
              <a:t>❌ 不够好的提示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（凭感觉反复修改提示词，没有记录）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F3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✅ 优化后的提示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测试计划：</a:t>
            </a:r>
            <a:br/>
            <a:br/>
            <a:r>
              <a:t>提示词版本：v2 — 增加了输出格式要求</a:t>
            </a:r>
            <a:br/>
            <a:br/>
            <a:r>
              <a:t>测试用例：</a:t>
            </a:r>
            <a:br/>
            <a:r>
              <a:t>1. 输入：简单问题 → 期望：简短准确回答 ✓</a:t>
            </a:r>
            <a:br/>
            <a:r>
              <a:t>2. 输入：复杂问题 → 期望：分步解答 ✓</a:t>
            </a:r>
            <a:br/>
            <a:r>
              <a:t>3. 输入：模糊问题 → 期望：要求澄清 ✗（仍直接回答）</a:t>
            </a:r>
            <a:br/>
            <a:br/>
            <a:r>
              <a:t>下一步优化：增加指令「如果问题不明确，先要求用户澄清」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A70D6"/>
                </a:solidFill>
                <a:latin typeface="Microsoft YaHei"/>
              </a:defRPr>
            </a:pPr>
            <a:r>
              <a:t>🎯  练习：系统化测试与迭代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📝 动手练习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选择你之前练习中写过的一个提示词：</a:t>
            </a:r>
            <a:br/>
            <a:r>
              <a:t>1. 设计 3 个不同难度的测试输入</a:t>
            </a:r>
            <a:br/>
            <a:r>
              <a:t>2. 运行并记录实际输出</a:t>
            </a:r>
            <a:br/>
            <a:r>
              <a:t>3. 评估哪些地方符合预期，哪些需要改进</a:t>
            </a:r>
            <a:br/>
            <a:r>
              <a:t>4. 修改提示词，形成 v2 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⏱️ 练习时间：3-5 分钟  |  完成后与同伴交流对比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🎓 总结：五大技巧速记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03920" cy="7772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6916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190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✏️ 清晰指令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5564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具体、明确、带示例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560320"/>
            <a:ext cx="8503920" cy="7772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6060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33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📚 参考文本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7004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提供资料，减少幻觉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474720"/>
            <a:ext cx="8503920" cy="7772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5204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478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🧩 任务拆分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8444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大任务拆小步，逐步完成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389120"/>
            <a:ext cx="8503920" cy="7772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0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622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🧠 逐步思考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9884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让模型先推理再回答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303520"/>
            <a:ext cx="8503920" cy="77724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53492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A70D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3766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🔬 测试迭代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41324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对比优化，持续改进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记住：好的提示词 = 清晰的意图 + 充分的上下文 + 合理的约束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Microsoft YaHei"/>
              </a:defRPr>
            </a:pPr>
            <a:r>
              <a:t>🙏 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现在就去试试这些技巧吧！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有问题？随时提问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